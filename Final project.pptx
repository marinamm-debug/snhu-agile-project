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8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25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9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45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35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171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6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2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03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9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5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982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79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23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748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173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202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63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9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rumguides.org/docs/scrumguide/v2020/2020-Scrum-Guide-US.pdf" TargetMode="External"/><Relationship Id="rId2" Type="http://schemas.openxmlformats.org/officeDocument/2006/relationships/hyperlink" Target="https://www.analyticsinsight.net/tech-news/what-is-jira-and-how-to-use-i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bm.com/think/topics/agile-vs-waterfall" TargetMode="External"/><Relationship Id="rId4" Type="http://schemas.openxmlformats.org/officeDocument/2006/relationships/hyperlink" Target="https://www.pmi.org/-/media/pmi/chapters/lebanon-chapter/pdf-and-ppt/pmbok_7th_edition.pdf?v=da8cf517-4db4-4468-b5e9-602c52b805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Scrum-Agile Development &amp;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SNHU Travel Project</a:t>
            </a:r>
          </a:p>
          <a:p>
            <a:r>
              <a:rPr lang="en-US" dirty="0"/>
              <a:t>Marina Montoya</a:t>
            </a:r>
            <a:endParaRPr dirty="0"/>
          </a:p>
          <a:p>
            <a:r>
              <a:rPr lang="en-US" dirty="0"/>
              <a:t>Software Development Lifecycle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Scrum-Agile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Scrum Master: Facilitates Scrum events and removes blockers</a:t>
            </a:r>
          </a:p>
          <a:p>
            <a:r>
              <a:t>Product Owner: Manages backlog and prioritizes user stories</a:t>
            </a:r>
          </a:p>
          <a:p>
            <a:r>
              <a:t>Development Team: Builds and tests the product</a:t>
            </a:r>
          </a:p>
          <a:p>
            <a:r>
              <a:t>(Schwaber &amp; Sutherland, 2020)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SDLC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Planning, Development, Testing, Review, Release</a:t>
            </a:r>
          </a:p>
          <a:p>
            <a:r>
              <a:t>Iterative cycles (sprints) improve quality</a:t>
            </a:r>
          </a:p>
          <a:p>
            <a:r>
              <a:t>(PMI, 2021)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and sequential process</a:t>
            </a:r>
          </a:p>
          <a:p>
            <a:r>
              <a:t>Difficult to adapt to change</a:t>
            </a:r>
          </a:p>
          <a:p>
            <a:r>
              <a:t>Example: Restart needed for new features</a:t>
            </a:r>
          </a:p>
          <a:p>
            <a:r>
              <a:t>(IBM, 2023)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vs 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Agile: Flexible, iterative, continuous feedback</a:t>
            </a:r>
          </a:p>
          <a:p>
            <a:r>
              <a:t>Waterfall: Structured, limited flexibility</a:t>
            </a:r>
          </a:p>
          <a:p>
            <a:r>
              <a:t>(IBM, 2023)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Depends on project complexity, requirements, and flexibility needs</a:t>
            </a:r>
          </a:p>
          <a:p>
            <a:r>
              <a:t>Agile works best for changing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Agile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Backlog, Sprint Planning, Daily Scrums, Reviews</a:t>
            </a:r>
          </a:p>
          <a:p>
            <a:r>
              <a:t>Tools like Jira improve tracking</a:t>
            </a:r>
          </a:p>
          <a:p>
            <a:r>
              <a:t>(Atlassian, 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986" y="986612"/>
            <a:ext cx="6798734" cy="1303867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Agile improves flexibility, collaboration, and product quality</a:t>
            </a:r>
          </a:p>
          <a:p>
            <a:r>
              <a:rPr dirty="0"/>
              <a:t>Best for SNHU Travel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Analytics Insight. (2023). </a:t>
            </a:r>
            <a:r>
              <a:rPr lang="en-US" i="1" dirty="0"/>
              <a:t>What is Jira and how to use it</a:t>
            </a:r>
            <a:r>
              <a:rPr lang="en-US" dirty="0"/>
              <a:t>. </a:t>
            </a:r>
            <a:r>
              <a:rPr lang="en-US" u="sng" dirty="0">
                <a:hlinkClick r:id="rId2"/>
              </a:rPr>
              <a:t>https://www.analyticsinsight.net/tech-news/what-is-jira-and-how-to-use-it</a:t>
            </a:r>
            <a:r>
              <a:rPr lang="en-US" dirty="0"/>
              <a:t> </a:t>
            </a:r>
          </a:p>
          <a:p>
            <a:r>
              <a:rPr lang="en-US" dirty="0"/>
              <a:t>Schwaber, K., &amp; Sutherland, J. (2020). </a:t>
            </a:r>
            <a:r>
              <a:rPr lang="en-US" i="1" dirty="0"/>
              <a:t>The Scrum Guide</a:t>
            </a:r>
            <a:r>
              <a:rPr lang="en-US" dirty="0"/>
              <a:t>. Scrum.org. </a:t>
            </a:r>
            <a:r>
              <a:rPr lang="en-US" u="sng" dirty="0">
                <a:hlinkClick r:id="rId3"/>
              </a:rPr>
              <a:t>https://scrumguides.org/docs/scrumguide/v2020/2020-Scrum-Guide-US.pdf</a:t>
            </a:r>
            <a:r>
              <a:rPr lang="en-US" dirty="0"/>
              <a:t> </a:t>
            </a:r>
          </a:p>
          <a:p>
            <a:r>
              <a:rPr lang="en-US" dirty="0"/>
              <a:t>Project Management Institute. (2021). </a:t>
            </a:r>
            <a:r>
              <a:rPr lang="en-US" i="1" dirty="0"/>
              <a:t>A guide to the project management body of knowledge (PMBOK® Guide)</a:t>
            </a:r>
            <a:r>
              <a:rPr lang="en-US" dirty="0"/>
              <a:t> (7th ed.). PMI. </a:t>
            </a:r>
            <a:r>
              <a:rPr lang="en-US" u="sng" dirty="0">
                <a:hlinkClick r:id="rId4"/>
              </a:rPr>
              <a:t>https://www.pmi.org/-/media/pmi/chapters/lebanon-chapter/pdf-and-ppt/pmbok_7th_edition.pdf?v=da8cf517-4db4-4468-b5e9-602c52b80558</a:t>
            </a:r>
            <a:r>
              <a:rPr lang="en-US" u="sng" dirty="0"/>
              <a:t> </a:t>
            </a:r>
          </a:p>
          <a:p>
            <a:r>
              <a:rPr lang="en-US" dirty="0"/>
              <a:t>IBM. (2023). </a:t>
            </a:r>
            <a:r>
              <a:rPr lang="en-US" i="1" dirty="0"/>
              <a:t>Agile vs. waterfall: What’s the difference? </a:t>
            </a:r>
            <a:r>
              <a:rPr lang="en-US" i="1" dirty="0">
                <a:hlinkClick r:id="rId5"/>
              </a:rPr>
              <a:t>https://www.ibm.com/think/topics/agile-vs-waterfall</a:t>
            </a:r>
            <a:r>
              <a:rPr lang="en-US" i="1" dirty="0"/>
              <a:t> 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317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Scrum-Agile Development &amp; SDLC</vt:lpstr>
      <vt:lpstr>Scrum-Agile Roles</vt:lpstr>
      <vt:lpstr>Agile SDLC Phases</vt:lpstr>
      <vt:lpstr>Waterfall Model</vt:lpstr>
      <vt:lpstr>Agile vs Waterfall</vt:lpstr>
      <vt:lpstr>Choosing the Right Approach</vt:lpstr>
      <vt:lpstr>Tools &amp; Agile Practices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Marina Montoya</cp:lastModifiedBy>
  <cp:revision>2</cp:revision>
  <dcterms:created xsi:type="dcterms:W3CDTF">2013-01-27T09:14:16Z</dcterms:created>
  <dcterms:modified xsi:type="dcterms:W3CDTF">2026-04-26T03:48:46Z</dcterms:modified>
  <cp:category/>
</cp:coreProperties>
</file>